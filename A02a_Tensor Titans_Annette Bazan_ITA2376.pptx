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74018-2101-4524-9788-EE24078AFF38}" v="1" dt="2025-01-30T03:03:38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January 29,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3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January 29,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8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Wednesday, January 29, 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4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8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0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2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9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Wednesday, January 29,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January 29,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243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93CD-EA19-E20E-20AC-83A82E75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TensorFlow: Key Features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4CBB-F4D7-2443-3FD6-399115107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Developed by Google Brain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Supports eager execution and graph mode(Static &amp; Dynamic Graphs)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Comprehensive Ecosystem( TFX, </a:t>
            </a:r>
            <a:r>
              <a:rPr lang="en-US" sz="2800" dirty="0" err="1"/>
              <a:t>TensorBoard</a:t>
            </a:r>
            <a:r>
              <a:rPr lang="en-US" sz="2800" dirty="0"/>
              <a:t> and TensorFlow Lite)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Optimized for large-scale distributed training and mobile/web deployment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Efficient GPU &amp; TPU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Best for widely used in industry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5167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1B7B-53DD-4B85-E366-218212D4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D985-2AE1-C8AB-8776-DF461C37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Key Features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DF41A-8121-8127-683A-A9ED3DE7C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Developed by FAIR( Facebook AI Research)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Dynamic Computation Graphs eager execution for flexibility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Easy to use  making it more intuitive because it is pythonic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Works seamlessly with Python debugging tools so it has strong debug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TorchServe</a:t>
            </a:r>
            <a:r>
              <a:rPr lang="en-US" sz="2800" dirty="0"/>
              <a:t> for growing deployment support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Preferred in academia so best for research and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23773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5944-1F90-1098-99E6-9F51FDFA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i="0" dirty="0">
                <a:solidFill>
                  <a:schemeClr val="bg1"/>
                </a:solidFill>
              </a:rPr>
              <a:t>Side by side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0415F8-7893-E49F-4D5D-B89787D28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095430"/>
              </p:ext>
            </p:extLst>
          </p:nvPr>
        </p:nvGraphicFramePr>
        <p:xfrm>
          <a:off x="447675" y="1530000"/>
          <a:ext cx="11293476" cy="4756500"/>
        </p:xfrm>
        <a:graphic>
          <a:graphicData uri="http://schemas.openxmlformats.org/drawingml/2006/table">
            <a:tbl>
              <a:tblPr/>
              <a:tblGrid>
                <a:gridCol w="3764492">
                  <a:extLst>
                    <a:ext uri="{9D8B030D-6E8A-4147-A177-3AD203B41FA5}">
                      <a16:colId xmlns:a16="http://schemas.microsoft.com/office/drawing/2014/main" val="3024494706"/>
                    </a:ext>
                  </a:extLst>
                </a:gridCol>
                <a:gridCol w="3764492">
                  <a:extLst>
                    <a:ext uri="{9D8B030D-6E8A-4147-A177-3AD203B41FA5}">
                      <a16:colId xmlns:a16="http://schemas.microsoft.com/office/drawing/2014/main" val="3617836470"/>
                    </a:ext>
                  </a:extLst>
                </a:gridCol>
                <a:gridCol w="3764492">
                  <a:extLst>
                    <a:ext uri="{9D8B030D-6E8A-4147-A177-3AD203B41FA5}">
                      <a16:colId xmlns:a16="http://schemas.microsoft.com/office/drawing/2014/main" val="3040068833"/>
                    </a:ext>
                  </a:extLst>
                </a:gridCol>
              </a:tblGrid>
              <a:tr h="792750">
                <a:tc>
                  <a:txBody>
                    <a:bodyPr/>
                    <a:lstStyle/>
                    <a:p>
                      <a:r>
                        <a:rPr lang="en-US" sz="1800" b="1" u="sng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u="sng" dirty="0"/>
                        <a:t>TensorFlow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u="sng" dirty="0" err="1"/>
                        <a:t>PyTorch</a:t>
                      </a:r>
                      <a:endParaRPr lang="en-US" sz="1800" b="1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948025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r>
                        <a:rPr lang="en-US" sz="1800"/>
                        <a:t>Computational 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Static &amp; 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026705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r>
                        <a:rPr lang="en-US" sz="1800"/>
                        <a:t>Ease of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Steeper Learning Curve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More Intuitive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027603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r>
                        <a:rPr lang="en-US" sz="180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Better for 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Improving Deployment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008501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r>
                        <a:rPr lang="en-US" sz="1800"/>
                        <a:t>Debugging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Harder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Easier with Python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046520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r>
                        <a:rPr lang="en-US" sz="1800"/>
                        <a:t>Hardware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Supports GPUs &amp; TPUs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Strong GPU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794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395993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3B80C371AB64E8ED4145BE9F222D8" ma:contentTypeVersion="11" ma:contentTypeDescription="Create a new document." ma:contentTypeScope="" ma:versionID="b55f72d938bc6d7d5c82dd124ac8f502">
  <xsd:schema xmlns:xsd="http://www.w3.org/2001/XMLSchema" xmlns:xs="http://www.w3.org/2001/XMLSchema" xmlns:p="http://schemas.microsoft.com/office/2006/metadata/properties" xmlns:ns3="abdd566b-9649-48d6-8dc2-03a988fad143" xmlns:ns4="ff945769-d6c9-491b-979e-60e52da398a5" targetNamespace="http://schemas.microsoft.com/office/2006/metadata/properties" ma:root="true" ma:fieldsID="9a90b1978e01821e5926c07e82bc8380" ns3:_="" ns4:_="">
    <xsd:import namespace="abdd566b-9649-48d6-8dc2-03a988fad143"/>
    <xsd:import namespace="ff945769-d6c9-491b-979e-60e52da398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d566b-9649-48d6-8dc2-03a988fad1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45769-d6c9-491b-979e-60e52da398a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dd566b-9649-48d6-8dc2-03a988fad143" xsi:nil="true"/>
  </documentManagement>
</p:properties>
</file>

<file path=customXml/itemProps1.xml><?xml version="1.0" encoding="utf-8"?>
<ds:datastoreItem xmlns:ds="http://schemas.openxmlformats.org/officeDocument/2006/customXml" ds:itemID="{768867D0-283D-41F4-A42A-2BDAD33C62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dd566b-9649-48d6-8dc2-03a988fad143"/>
    <ds:schemaRef ds:uri="ff945769-d6c9-491b-979e-60e52da398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82D644-00F6-466F-804F-6E819CCDE8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967A4B-A77B-45F2-BB16-B5D75228C366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abdd566b-9649-48d6-8dc2-03a988fad143"/>
    <ds:schemaRef ds:uri="http://schemas.microsoft.com/office/infopath/2007/PartnerControls"/>
    <ds:schemaRef ds:uri="ff945769-d6c9-491b-979e-60e52da398a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151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Source Sans Pro</vt:lpstr>
      <vt:lpstr>Source Sans Pro Light</vt:lpstr>
      <vt:lpstr>Times New Roman</vt:lpstr>
      <vt:lpstr>ThinLineVTI</vt:lpstr>
      <vt:lpstr>TensorFlow: Key Features</vt:lpstr>
      <vt:lpstr>PyTorch: Key Features</vt:lpstr>
      <vt:lpstr>Side by side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annette.bazan-W6150197</dc:creator>
  <cp:lastModifiedBy>annette.bazan-W6150197</cp:lastModifiedBy>
  <cp:revision>2</cp:revision>
  <dcterms:created xsi:type="dcterms:W3CDTF">2025-01-30T02:46:30Z</dcterms:created>
  <dcterms:modified xsi:type="dcterms:W3CDTF">2025-01-30T03:06:24Z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0x0101000DE3B80C371AB64E8ED4145BE9F222D8</vt:lpwstr>
  </property>
</Properties>
</file>