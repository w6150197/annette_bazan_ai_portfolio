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3e40b679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33e40b679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3e40b679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3e40b679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3e40b679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3e40b679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3e40b679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3e40b679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3e40b679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33e40b679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3e40b679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3e40b679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3e40b679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3e40b679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3e40b679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3e40b679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hyperlink" Target="http://drive.google.com/file/d/1Wp1I0akfTQuNdPqyu8E6cX_F-WwbuHSQ/view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tensorflow.org/guide/tensor" TargetMode="External"/><Relationship Id="rId4" Type="http://schemas.openxmlformats.org/officeDocument/2006/relationships/hyperlink" Target="https://www.youtube.com/@3blue1brown/search?query=%20TENSORS" TargetMode="External"/><Relationship Id="rId5" Type="http://schemas.openxmlformats.org/officeDocument/2006/relationships/hyperlink" Target="https://towardsdatascience.com/?s=TENSORS+" TargetMode="External"/><Relationship Id="rId6" Type="http://schemas.openxmlformats.org/officeDocument/2006/relationships/hyperlink" Target="https://deepai.org/machine-learning-glossary-and-terms/tens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TENSOR TUNE!!</a:t>
            </a:r>
            <a:endParaRPr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420325"/>
            <a:ext cx="8520600" cy="495000"/>
          </a:xfrm>
          <a:prstGeom prst="rect">
            <a:avLst/>
          </a:prstGeom>
          <a:solidFill>
            <a:srgbClr val="FF00FF"/>
          </a:soli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Song to Learn about Tensors</a:t>
            </a:r>
            <a:endParaRPr b="1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4404600"/>
            <a:ext cx="72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0" y="0"/>
            <a:ext cx="291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ITAI 2376: Deep Learning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Dr. Awodogan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6800" y="1915325"/>
            <a:ext cx="2336876" cy="2645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0" y="1060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A TENSOR?</a:t>
            </a:r>
            <a:endParaRPr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36825" y="638475"/>
            <a:ext cx="72513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b="1"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TENSOR </a:t>
            </a:r>
            <a:r>
              <a:rPr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like a container for numbers.</a:t>
            </a:r>
            <a:endParaRPr sz="23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can hold </a:t>
            </a:r>
            <a:r>
              <a:rPr b="1"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number, a list, a table, or even bigger shapes! </a:t>
            </a:r>
            <a:endParaRPr b="1" sz="23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0"/>
            <a:ext cx="291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14575"/>
            <a:ext cx="2676526" cy="267652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3718025" y="3251650"/>
            <a:ext cx="5038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Essentially, a </a:t>
            </a:r>
            <a:r>
              <a:rPr b="1"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TENSOR</a:t>
            </a:r>
            <a:r>
              <a:rPr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</a:t>
            </a:r>
            <a:r>
              <a:rPr b="1"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multi-dimensional array</a:t>
            </a:r>
            <a:r>
              <a:rPr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and the shapes can vary based on the </a:t>
            </a:r>
            <a:r>
              <a:rPr b="1"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data</a:t>
            </a:r>
            <a:r>
              <a:rPr lang="en" sz="23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holds.</a:t>
            </a:r>
            <a:endParaRPr sz="23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074625" y="2358250"/>
            <a:ext cx="814500" cy="63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4992450" y="2314575"/>
            <a:ext cx="1044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[ [1, 2],</a:t>
            </a:r>
            <a:endParaRPr sz="16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 [3, 4] ]</a:t>
            </a:r>
            <a:endParaRPr sz="16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990225" y="23145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example: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0" y="106075"/>
            <a:ext cx="8520600" cy="17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order to understand Tensors Let’s sing a song!!</a:t>
            </a:r>
            <a:endParaRPr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-1538075" y="912925"/>
            <a:ext cx="72513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0" y="0"/>
            <a:ext cx="291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36825" y="2166275"/>
            <a:ext cx="5290200" cy="2804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chemeClr val="dk1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Tensors, tensors, what are you?</a:t>
            </a:r>
            <a:endParaRPr b="1" sz="22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Shapes of numbers more than two!</a:t>
            </a:r>
            <a:endParaRPr b="1" sz="22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Scalars, Vectors, Matrices too</a:t>
            </a:r>
            <a:endParaRPr b="1" sz="22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Higher Ranks will join the crew!</a:t>
            </a:r>
            <a:endParaRPr b="1" sz="22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Tensors, tensors what are you?</a:t>
            </a:r>
            <a:endParaRPr b="1" sz="22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Now I’ll tell you what they do!</a:t>
            </a:r>
            <a:endParaRPr b="1" sz="22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675" y="1728625"/>
            <a:ext cx="3899300" cy="326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twinkle twinkle little star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73000" y="152400"/>
            <a:ext cx="318600" cy="31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ctrTitle"/>
          </p:nvPr>
        </p:nvSpPr>
        <p:spPr>
          <a:xfrm>
            <a:off x="311700" y="-2685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8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NUMBER IS A SCALAR</a:t>
            </a:r>
            <a:endParaRPr sz="458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0" y="0"/>
            <a:ext cx="291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73625" y="1040588"/>
            <a:ext cx="3306600" cy="2827500"/>
          </a:xfrm>
          <a:prstGeom prst="rect">
            <a:avLst/>
          </a:prstGeom>
          <a:noFill/>
          <a:ln>
            <a:noFill/>
          </a:ln>
          <a:effectLst>
            <a:outerShdw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is just a simple spot,</a:t>
            </a:r>
            <a:endParaRPr b="1" sz="21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Like a number, that’s a dot!</a:t>
            </a:r>
            <a:endParaRPr b="1" sz="21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Two’s a line - up, down,side,</a:t>
            </a:r>
            <a:endParaRPr b="1" sz="21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That’s a Vector, watch it glide!</a:t>
            </a:r>
            <a:endParaRPr b="1" sz="21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5300" y="644525"/>
            <a:ext cx="2766026" cy="307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1475" y="644525"/>
            <a:ext cx="2462575" cy="30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ctrTitle"/>
          </p:nvPr>
        </p:nvSpPr>
        <p:spPr>
          <a:xfrm>
            <a:off x="311700" y="182425"/>
            <a:ext cx="8520600" cy="93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Matrices and Beyond!</a:t>
            </a:r>
            <a:endParaRPr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" name="Google Shape;95;p17"/>
          <p:cNvSpPr txBox="1"/>
          <p:nvPr>
            <p:ph idx="1" type="subTitle"/>
          </p:nvPr>
        </p:nvSpPr>
        <p:spPr>
          <a:xfrm>
            <a:off x="114000" y="1117225"/>
            <a:ext cx="5335800" cy="1938300"/>
          </a:xfrm>
          <a:prstGeom prst="rect">
            <a:avLst/>
          </a:prstGeom>
          <a:effectLst>
            <a:outerShdw blurRad="28575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Three’s a grid, rows, and stacks,</a:t>
            </a:r>
            <a:endParaRPr b="1" sz="23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Matrix front to back!</a:t>
            </a:r>
            <a:endParaRPr b="1" sz="23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Four and more? That’s Tensorland!</a:t>
            </a:r>
            <a:endParaRPr b="1" sz="23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Shapes and data hand in hand</a:t>
            </a:r>
            <a:r>
              <a:rPr b="1" lang="en" sz="25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 b="1" sz="25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5425" y="969997"/>
            <a:ext cx="2973350" cy="28837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7"/>
          <p:cNvCxnSpPr/>
          <p:nvPr/>
        </p:nvCxnSpPr>
        <p:spPr>
          <a:xfrm rot="10800000">
            <a:off x="4417225" y="3417100"/>
            <a:ext cx="797700" cy="120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7"/>
          <p:cNvCxnSpPr/>
          <p:nvPr/>
        </p:nvCxnSpPr>
        <p:spPr>
          <a:xfrm>
            <a:off x="5214925" y="3417100"/>
            <a:ext cx="12000" cy="14289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7"/>
          <p:cNvCxnSpPr/>
          <p:nvPr/>
        </p:nvCxnSpPr>
        <p:spPr>
          <a:xfrm rot="10800000">
            <a:off x="4417225" y="4834000"/>
            <a:ext cx="797700" cy="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7"/>
          <p:cNvCxnSpPr/>
          <p:nvPr/>
        </p:nvCxnSpPr>
        <p:spPr>
          <a:xfrm rot="10800000">
            <a:off x="2309775" y="3405200"/>
            <a:ext cx="1071600" cy="357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7"/>
          <p:cNvCxnSpPr/>
          <p:nvPr/>
        </p:nvCxnSpPr>
        <p:spPr>
          <a:xfrm>
            <a:off x="2321725" y="3393275"/>
            <a:ext cx="12000" cy="14646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7"/>
          <p:cNvCxnSpPr/>
          <p:nvPr/>
        </p:nvCxnSpPr>
        <p:spPr>
          <a:xfrm>
            <a:off x="2351475" y="4834000"/>
            <a:ext cx="988200" cy="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7"/>
          <p:cNvSpPr txBox="1"/>
          <p:nvPr/>
        </p:nvSpPr>
        <p:spPr>
          <a:xfrm>
            <a:off x="2631275" y="3655225"/>
            <a:ext cx="3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577813" y="3655225"/>
            <a:ext cx="3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524350" y="3655225"/>
            <a:ext cx="45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2520000" y="4040125"/>
            <a:ext cx="52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15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2520000" y="4425025"/>
            <a:ext cx="523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50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262300" y="3008375"/>
            <a:ext cx="121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MATRIX</a:t>
            </a:r>
            <a:endParaRPr sz="18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488575" y="4040125"/>
            <a:ext cx="57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18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512425" y="4357775"/>
            <a:ext cx="523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60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375600" y="3982525"/>
            <a:ext cx="523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21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417250" y="4357775"/>
            <a:ext cx="630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</a:t>
            </a:r>
            <a:r>
              <a:rPr lang="en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70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ctrTitle"/>
          </p:nvPr>
        </p:nvSpPr>
        <p:spPr>
          <a:xfrm>
            <a:off x="0" y="1060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AI LOVES TENSORS!</a:t>
            </a:r>
            <a:endParaRPr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152400" y="565300"/>
            <a:ext cx="4583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Neural nets? They love these guys!</a:t>
            </a:r>
            <a:endParaRPr b="1" sz="24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Tensors crunch and analyze</a:t>
            </a:r>
            <a:endParaRPr b="1" sz="24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From your voice to cool AI,</a:t>
            </a:r>
            <a:endParaRPr b="1" sz="24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Tensors help computers try!</a:t>
            </a:r>
            <a:endParaRPr b="1" sz="24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0" y="0"/>
            <a:ext cx="291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2625" y="738900"/>
            <a:ext cx="4118976" cy="274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047700"/>
            <a:ext cx="1631226" cy="163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6026" y="3047700"/>
            <a:ext cx="1631226" cy="163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ctrTitle"/>
          </p:nvPr>
        </p:nvSpPr>
        <p:spPr>
          <a:xfrm>
            <a:off x="0" y="1060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MAGIC OF TENSORS</a:t>
            </a:r>
            <a:endParaRPr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6825" y="638475"/>
            <a:ext cx="45255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 next time you hear AI say, </a:t>
            </a:r>
            <a:endParaRPr b="1" sz="24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“How can I help you today?”</a:t>
            </a:r>
            <a:endParaRPr b="1" sz="24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Know that tensors work inside,</a:t>
            </a:r>
            <a:endParaRPr b="1" sz="24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Making magic far and wide!</a:t>
            </a:r>
            <a:endParaRPr b="1" sz="24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0" y="0"/>
            <a:ext cx="291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975" y="1051075"/>
            <a:ext cx="3940026" cy="394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ctrTitle"/>
          </p:nvPr>
        </p:nvSpPr>
        <p:spPr>
          <a:xfrm>
            <a:off x="100475" y="59525"/>
            <a:ext cx="8520600" cy="6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 YOU FOR SINGING ALONG!!</a:t>
            </a:r>
            <a:endParaRPr sz="38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249950" y="670100"/>
            <a:ext cx="85206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Team Tensor Titans: Annette Bazan, Elijah Ghaya, Elizabeth Martinez, and Yammine Gabriel Yammine </a:t>
            </a:r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249950" y="1364000"/>
            <a:ext cx="3999300" cy="1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Remember Tensors make AI smart! The more you know!</a:t>
            </a:r>
            <a:endParaRPr b="1" sz="2500"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450" y="1115050"/>
            <a:ext cx="3139501" cy="362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43200"/>
            <a:ext cx="4733825" cy="23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ctrTitle"/>
          </p:nvPr>
        </p:nvSpPr>
        <p:spPr>
          <a:xfrm>
            <a:off x="59525" y="83325"/>
            <a:ext cx="5155500" cy="92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REFERENCES</a:t>
            </a:r>
            <a:r>
              <a:rPr lang="en">
                <a:solidFill>
                  <a:srgbClr val="FF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>
              <a:solidFill>
                <a:srgbClr val="FF00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273850" y="1166825"/>
            <a:ext cx="4833900" cy="3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AutoNum type="arabicPeriod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Introduction to Tensors  |  TensorFlow Core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AutoNum type="arabicPeriod"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(392) 3Blue1Brown - YouTube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AutoNum type="arabicPeriod"/>
            </a:pPr>
            <a:r>
              <a:rPr lang="en" sz="1100" u="sng">
                <a:solidFill>
                  <a:schemeClr val="hlink"/>
                </a:solidFill>
                <a:hlinkClick r:id="rId5"/>
              </a:rPr>
              <a:t>You searched for TENSORS | Towards Data Science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mic Sans MS"/>
              <a:buAutoNum type="arabicPeriod"/>
            </a:pPr>
            <a:r>
              <a:rPr lang="en" sz="1100" u="sng">
                <a:solidFill>
                  <a:schemeClr val="hlink"/>
                </a:solidFill>
                <a:hlinkClick r:id="rId6"/>
              </a:rPr>
              <a:t>Tensor Definition | DeepAI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